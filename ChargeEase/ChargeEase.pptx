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C139E-BD05-424B-8F11-530BEB6C0773}" v="9" dt="2025-01-10T14:05:04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wik kaparthy" userId="0326c1543da2a496" providerId="LiveId" clId="{E8CC139E-BD05-424B-8F11-530BEB6C0773}"/>
    <pc:docChg chg="undo custSel addSld delSld modSld">
      <pc:chgData name="sathwik kaparthy" userId="0326c1543da2a496" providerId="LiveId" clId="{E8CC139E-BD05-424B-8F11-530BEB6C0773}" dt="2025-01-11T05:19:44.293" v="72" actId="20577"/>
      <pc:docMkLst>
        <pc:docMk/>
      </pc:docMkLst>
      <pc:sldChg chg="modSp mod">
        <pc:chgData name="sathwik kaparthy" userId="0326c1543da2a496" providerId="LiveId" clId="{E8CC139E-BD05-424B-8F11-530BEB6C0773}" dt="2025-01-11T05:19:44.293" v="72" actId="20577"/>
        <pc:sldMkLst>
          <pc:docMk/>
          <pc:sldMk cId="0" sldId="257"/>
        </pc:sldMkLst>
        <pc:spChg chg="mod">
          <ac:chgData name="sathwik kaparthy" userId="0326c1543da2a496" providerId="LiveId" clId="{E8CC139E-BD05-424B-8F11-530BEB6C0773}" dt="2025-01-11T05:19:44.293" v="7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sathwik kaparthy" userId="0326c1543da2a496" providerId="LiveId" clId="{E8CC139E-BD05-424B-8F11-530BEB6C0773}" dt="2025-01-10T13:50:04.878" v="51" actId="47"/>
        <pc:sldMkLst>
          <pc:docMk/>
          <pc:sldMk cId="0" sldId="265"/>
        </pc:sldMkLst>
      </pc:sldChg>
      <pc:sldChg chg="addSp delSp modSp new mod">
        <pc:chgData name="sathwik kaparthy" userId="0326c1543da2a496" providerId="LiveId" clId="{E8CC139E-BD05-424B-8F11-530BEB6C0773}" dt="2025-01-10T13:48:00.441" v="36" actId="1076"/>
        <pc:sldMkLst>
          <pc:docMk/>
          <pc:sldMk cId="3406717955" sldId="269"/>
        </pc:sldMkLst>
        <pc:spChg chg="mod">
          <ac:chgData name="sathwik kaparthy" userId="0326c1543da2a496" providerId="LiveId" clId="{E8CC139E-BD05-424B-8F11-530BEB6C0773}" dt="2025-01-10T13:40:20.724" v="12" actId="20577"/>
          <ac:spMkLst>
            <pc:docMk/>
            <pc:sldMk cId="3406717955" sldId="269"/>
            <ac:spMk id="2" creationId="{2A079EA0-C52D-C6E5-AAAF-87D4FCDAD4C4}"/>
          </ac:spMkLst>
        </pc:spChg>
        <pc:spChg chg="del">
          <ac:chgData name="sathwik kaparthy" userId="0326c1543da2a496" providerId="LiveId" clId="{E8CC139E-BD05-424B-8F11-530BEB6C0773}" dt="2025-01-10T13:40:25.019" v="13"/>
          <ac:spMkLst>
            <pc:docMk/>
            <pc:sldMk cId="3406717955" sldId="269"/>
            <ac:spMk id="3" creationId="{E5AAAD6C-12C5-839D-8C18-A0DDBAE1C4FF}"/>
          </ac:spMkLst>
        </pc:spChg>
        <pc:spChg chg="add mod">
          <ac:chgData name="sathwik kaparthy" userId="0326c1543da2a496" providerId="LiveId" clId="{E8CC139E-BD05-424B-8F11-530BEB6C0773}" dt="2025-01-10T13:47:16.036" v="28" actId="20577"/>
          <ac:spMkLst>
            <pc:docMk/>
            <pc:sldMk cId="3406717955" sldId="269"/>
            <ac:spMk id="7" creationId="{F2CA4DFB-FC68-B8FF-75C6-E171CA0E84E1}"/>
          </ac:spMkLst>
        </pc:spChg>
        <pc:graphicFrameChg chg="add del mod">
          <ac:chgData name="sathwik kaparthy" userId="0326c1543da2a496" providerId="LiveId" clId="{E8CC139E-BD05-424B-8F11-530BEB6C0773}" dt="2025-01-10T13:40:36.026" v="14" actId="478"/>
          <ac:graphicFrameMkLst>
            <pc:docMk/>
            <pc:sldMk cId="3406717955" sldId="269"/>
            <ac:graphicFrameMk id="5" creationId="{3FC3F9B2-155B-B417-D70C-8E8B73034463}"/>
          </ac:graphicFrameMkLst>
        </pc:graphicFrameChg>
        <pc:picChg chg="add mod">
          <ac:chgData name="sathwik kaparthy" userId="0326c1543da2a496" providerId="LiveId" clId="{E8CC139E-BD05-424B-8F11-530BEB6C0773}" dt="2025-01-10T13:47:26.321" v="29" actId="931"/>
          <ac:picMkLst>
            <pc:docMk/>
            <pc:sldMk cId="3406717955" sldId="269"/>
            <ac:picMk id="9" creationId="{19EB1EFF-6003-E98E-1FA3-C2689A7E19D1}"/>
          </ac:picMkLst>
        </pc:picChg>
        <pc:picChg chg="add mod">
          <ac:chgData name="sathwik kaparthy" userId="0326c1543da2a496" providerId="LiveId" clId="{E8CC139E-BD05-424B-8F11-530BEB6C0773}" dt="2025-01-10T13:48:00.441" v="36" actId="1076"/>
          <ac:picMkLst>
            <pc:docMk/>
            <pc:sldMk cId="3406717955" sldId="269"/>
            <ac:picMk id="11" creationId="{C51F1A8B-8AD9-4CA8-72C3-DA4F66530387}"/>
          </ac:picMkLst>
        </pc:picChg>
      </pc:sldChg>
      <pc:sldChg chg="addSp delSp modSp new mod modClrScheme chgLayout">
        <pc:chgData name="sathwik kaparthy" userId="0326c1543da2a496" providerId="LiveId" clId="{E8CC139E-BD05-424B-8F11-530BEB6C0773}" dt="2025-01-10T13:48:54.256" v="50" actId="20577"/>
        <pc:sldMkLst>
          <pc:docMk/>
          <pc:sldMk cId="1107344299" sldId="270"/>
        </pc:sldMkLst>
        <pc:spChg chg="del mod ord">
          <ac:chgData name="sathwik kaparthy" userId="0326c1543da2a496" providerId="LiveId" clId="{E8CC139E-BD05-424B-8F11-530BEB6C0773}" dt="2025-01-10T13:48:43.245" v="38" actId="700"/>
          <ac:spMkLst>
            <pc:docMk/>
            <pc:sldMk cId="1107344299" sldId="270"/>
            <ac:spMk id="2" creationId="{93F88CB4-66B6-0D7B-C0BE-37A9D5C2D800}"/>
          </ac:spMkLst>
        </pc:spChg>
        <pc:spChg chg="del">
          <ac:chgData name="sathwik kaparthy" userId="0326c1543da2a496" providerId="LiveId" clId="{E8CC139E-BD05-424B-8F11-530BEB6C0773}" dt="2025-01-10T13:48:43.245" v="38" actId="700"/>
          <ac:spMkLst>
            <pc:docMk/>
            <pc:sldMk cId="1107344299" sldId="270"/>
            <ac:spMk id="3" creationId="{5886033C-68BA-43AA-F869-59092F152FF9}"/>
          </ac:spMkLst>
        </pc:spChg>
        <pc:spChg chg="del">
          <ac:chgData name="sathwik kaparthy" userId="0326c1543da2a496" providerId="LiveId" clId="{E8CC139E-BD05-424B-8F11-530BEB6C0773}" dt="2025-01-10T13:48:43.245" v="38" actId="700"/>
          <ac:spMkLst>
            <pc:docMk/>
            <pc:sldMk cId="1107344299" sldId="270"/>
            <ac:spMk id="4" creationId="{E4644F71-A9EC-519F-B2EA-935B87C4AA2C}"/>
          </ac:spMkLst>
        </pc:spChg>
        <pc:spChg chg="add mod ord">
          <ac:chgData name="sathwik kaparthy" userId="0326c1543da2a496" providerId="LiveId" clId="{E8CC139E-BD05-424B-8F11-530BEB6C0773}" dt="2025-01-10T13:48:54.256" v="50" actId="20577"/>
          <ac:spMkLst>
            <pc:docMk/>
            <pc:sldMk cId="1107344299" sldId="270"/>
            <ac:spMk id="5" creationId="{E66CE2B3-32EF-764A-6EBE-C8C944B3C8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1" y="0"/>
            <a:ext cx="9143999" cy="68580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3079582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3580905"/>
            <a:ext cx="7069512" cy="507831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8" y="4415958"/>
            <a:ext cx="7072313" cy="1162668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78" y="474595"/>
            <a:ext cx="3535363" cy="10866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/>
        </p:nvSpPr>
        <p:spPr bwMode="auto">
          <a:xfrm>
            <a:off x="4569620" y="-84667"/>
            <a:ext cx="4725076" cy="7008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6482240"/>
            <a:ext cx="514350" cy="434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29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596573"/>
            <a:ext cx="8349916" cy="4550763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922171"/>
            <a:ext cx="8349916" cy="521728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6479284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745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596573"/>
            <a:ext cx="8349916" cy="4550763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6442311"/>
            <a:ext cx="514350" cy="434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524000"/>
            <a:ext cx="4129238" cy="4623335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524000"/>
            <a:ext cx="4073090" cy="4623333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/>
        </p:nvCxnSpPr>
        <p:spPr>
          <a:xfrm>
            <a:off x="4648200" y="1524000"/>
            <a:ext cx="0" cy="4623333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6442311"/>
            <a:ext cx="514350" cy="434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884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3" y="1642534"/>
            <a:ext cx="4073091" cy="45048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8" y="1642533"/>
            <a:ext cx="4073091" cy="45048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/>
        </p:nvCxnSpPr>
        <p:spPr>
          <a:xfrm>
            <a:off x="4615542" y="1081832"/>
            <a:ext cx="0" cy="506550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6479698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922171"/>
            <a:ext cx="4068736" cy="521728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922171"/>
            <a:ext cx="4068736" cy="521728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2280086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/>
        </p:nvSpPr>
        <p:spPr bwMode="auto">
          <a:xfrm>
            <a:off x="4719588" y="1524000"/>
            <a:ext cx="4073090" cy="4902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524000"/>
            <a:ext cx="4129238" cy="4623335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524000"/>
            <a:ext cx="4073090" cy="4623333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/>
        </p:nvCxnSpPr>
        <p:spPr>
          <a:xfrm>
            <a:off x="4648200" y="1524000"/>
            <a:ext cx="0" cy="4623333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312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/>
        </p:nvSpPr>
        <p:spPr bwMode="auto">
          <a:xfrm>
            <a:off x="442762" y="1524000"/>
            <a:ext cx="8349917" cy="48937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524000"/>
            <a:ext cx="8349916" cy="4623333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177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82957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01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4123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2054669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8" y="4511079"/>
            <a:ext cx="7072313" cy="721900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3969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/>
        </p:nvSpPr>
        <p:spPr bwMode="auto">
          <a:xfrm>
            <a:off x="1" y="0"/>
            <a:ext cx="9143999" cy="68580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78" y="474595"/>
            <a:ext cx="3535363" cy="10866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3260267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/>
        </p:nvSpPr>
        <p:spPr bwMode="auto">
          <a:xfrm>
            <a:off x="4569620" y="-84667"/>
            <a:ext cx="4725076" cy="7008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6442311"/>
            <a:ext cx="514350" cy="43474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14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7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9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-2" y="6423259"/>
            <a:ext cx="9143999" cy="434741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844633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477797"/>
            <a:ext cx="7072312" cy="4228060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74035"/>
          <a:stretch/>
        </p:blipFill>
        <p:spPr>
          <a:xfrm>
            <a:off x="8366780" y="158389"/>
            <a:ext cx="712936" cy="96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6576003"/>
            <a:ext cx="514350" cy="434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/>
        </p:nvCxnSpPr>
        <p:spPr>
          <a:xfrm>
            <a:off x="0" y="1438275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65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>
    <p:fade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hargeease.tiiny.site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39" y="3079582"/>
            <a:ext cx="7069512" cy="517065"/>
          </a:xfrm>
        </p:spPr>
        <p:txBody>
          <a:bodyPr wrap="square" anchor="b">
            <a:normAutofit/>
          </a:bodyPr>
          <a:lstStyle/>
          <a:p>
            <a:r>
              <a:rPr lang="en-US" sz="2600" dirty="0" err="1"/>
              <a:t>ChargeEase</a:t>
            </a:r>
            <a:r>
              <a:rPr lang="en-US" sz="2600" dirty="0"/>
              <a:t> – Your EV Charging Companion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50DD01-9D5E-1F57-6C90-E71C60BA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38" y="3580905"/>
            <a:ext cx="7069512" cy="507831"/>
          </a:xfrm>
        </p:spPr>
        <p:txBody>
          <a:bodyPr/>
          <a:lstStyle/>
          <a:p>
            <a:r>
              <a:rPr lang="en-US" dirty="0"/>
              <a:t>Revolutionizing the way EV users locate charging stations</a:t>
            </a: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1036638" y="4415958"/>
            <a:ext cx="7072313" cy="1162668"/>
          </a:xfrm>
        </p:spPr>
        <p:txBody>
          <a:bodyPr wrap="square" anchor="t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IN" dirty="0"/>
              <a:t>Presenter’s Name : Kaparthy . Sathwik</a:t>
            </a:r>
          </a:p>
          <a:p>
            <a:pPr>
              <a:spcAft>
                <a:spcPts val="600"/>
              </a:spcAft>
            </a:pPr>
            <a:r>
              <a:rPr lang="en-IN" dirty="0"/>
              <a:t>Roll no : 23951A66H5</a:t>
            </a:r>
          </a:p>
          <a:p>
            <a:pPr>
              <a:spcAft>
                <a:spcPts val="600"/>
              </a:spcAft>
            </a:pPr>
            <a:r>
              <a:rPr lang="en-IN" dirty="0"/>
              <a:t>Department and Section : CSE(AI&amp;ML)-C</a:t>
            </a:r>
          </a:p>
          <a:p>
            <a:pPr>
              <a:spcAft>
                <a:spcPts val="600"/>
              </a:spcAft>
            </a:pPr>
            <a:r>
              <a:rPr dirty="0"/>
              <a:t>Date :11-01-2025</a:t>
            </a:r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 adoption is rising, but finding reliable charging stations remains      a challenge.</a:t>
            </a:r>
          </a:p>
          <a:p>
            <a:r>
              <a:rPr dirty="0"/>
              <a:t>Current platforms often lack:</a:t>
            </a:r>
          </a:p>
          <a:p>
            <a:r>
              <a:rPr dirty="0"/>
              <a:t>Real-time availability updates.</a:t>
            </a:r>
          </a:p>
          <a:p>
            <a:r>
              <a:rPr dirty="0"/>
              <a:t>Integration with nearby services (e.g., restaurants, rest areas).</a:t>
            </a:r>
          </a:p>
          <a:p>
            <a:r>
              <a:t>Highway-specific </a:t>
            </a:r>
            <a:r>
              <a:rPr dirty="0"/>
              <a:t>optimization for long trips.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App/Website Name: ChargeEase</a:t>
            </a:r>
          </a:p>
          <a:p>
            <a:r>
              <a:t>• Purpose: Provide an easy-to-use platform to locate, navigate, and utilize EV charging stations efficiently.</a:t>
            </a:r>
          </a:p>
          <a:p>
            <a:r>
              <a:t>• Unique Selling Points (USPs):</a:t>
            </a:r>
          </a:p>
          <a:p>
            <a:r>
              <a:t>  - Real-time availability of chargers.</a:t>
            </a:r>
          </a:p>
          <a:p>
            <a:r>
              <a:t>  - Integration with dining and amenities.</a:t>
            </a:r>
          </a:p>
          <a:p>
            <a:r>
              <a:t>  - Route optimization for highway travelers.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Real-Time Location Tracking: Automatically detect user location.</a:t>
            </a:r>
          </a:p>
          <a:p>
            <a:r>
              <a:t>2. Station Filters: Charger type (Level 2, DC fast), Amenities (restaurants, restrooms, Wi-Fi).</a:t>
            </a:r>
          </a:p>
          <a:p>
            <a:r>
              <a:t>3. Navigation Integration: Seamless routing to selected stations.</a:t>
            </a:r>
          </a:p>
          <a:p>
            <a:r>
              <a:t>4. User Reviews and Ratings: Community-driven feedback.</a:t>
            </a:r>
          </a:p>
          <a:p>
            <a:r>
              <a:t>5. Highway-Specific Optimization: Prioritize fast chargers along highways.</a:t>
            </a:r>
          </a:p>
          <a:p>
            <a:r>
              <a:t>6. Partnerships: Tie-ups with restaurants, rest stops, and service stations.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ReactJS, Flutter (for mobile app).</a:t>
            </a:r>
          </a:p>
          <a:p>
            <a:r>
              <a:t>• Backend: Node.js, Django.</a:t>
            </a:r>
          </a:p>
          <a:p>
            <a:r>
              <a:t>• Database: MongoDB, Firebase.</a:t>
            </a:r>
          </a:p>
          <a:p>
            <a:r>
              <a:t>• APIs: Google Maps API, PlugShare API, EV charging networks API.</a:t>
            </a:r>
          </a:p>
          <a:p>
            <a:r>
              <a:t>• Cloud Services: AWS, Azure.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 owners and drivers.</a:t>
            </a:r>
          </a:p>
          <a:p>
            <a:r>
              <a:t>• Highway travelers.</a:t>
            </a:r>
          </a:p>
          <a:p>
            <a:r>
              <a:t>• Businesses (restaurants, cafes, service centers) looking to attract EV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Charges for Each Unit Charged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 Per Unit (kWh):</a:t>
            </a:r>
          </a:p>
          <a:p>
            <a:r>
              <a:t>  - Standard Chargers: ₹8 - ₹15 per kWh.</a:t>
            </a:r>
          </a:p>
          <a:p>
            <a:r>
              <a:t>  - Fast Chargers: ₹18 - ₹35 per kWh.</a:t>
            </a:r>
          </a:p>
          <a:p>
            <a:r>
              <a:t>• Additional Fees:</a:t>
            </a:r>
          </a:p>
          <a:p>
            <a:r>
              <a:t>  - Connection Fee: ₹50 - ₹200 (varies by network).</a:t>
            </a:r>
          </a:p>
          <a:p>
            <a:r>
              <a:t>  - Idle Fee: ₹20 per minute after full 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Input and Output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Power (Grid to Station):</a:t>
            </a:r>
          </a:p>
          <a:p>
            <a:r>
              <a:t>  - Single Phase: 230V (Level 2).</a:t>
            </a:r>
          </a:p>
          <a:p>
            <a:r>
              <a:t>  - Three Phase: 400V+ (Fast Chargers).</a:t>
            </a:r>
          </a:p>
          <a:p>
            <a:r>
              <a:t>• Output Power to Vehicles:</a:t>
            </a:r>
          </a:p>
          <a:p>
            <a:r>
              <a:t>  - Level 2 Chargers: 7-22 kW.</a:t>
            </a:r>
          </a:p>
          <a:p>
            <a:r>
              <a:t>  - DC Fast Chargers: 50-350 kW.</a:t>
            </a:r>
          </a:p>
          <a:p>
            <a:r>
              <a:t>• Energy Sources:</a:t>
            </a:r>
          </a:p>
          <a:p>
            <a:r>
              <a:t>  - Renewable: Solar, Wind.</a:t>
            </a:r>
          </a:p>
          <a:p>
            <a:r>
              <a:t>  - Conventional: Grid electricity.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Freemium Model: Free basic features, subscription for advanced features.</a:t>
            </a:r>
          </a:p>
          <a:p>
            <a:r>
              <a:t>2. Advertisements: Sponsored listings for charging stations or nearby businesses.</a:t>
            </a:r>
          </a:p>
          <a:p>
            <a:r>
              <a:t>3. Partnership Revenue: Collaborations with restaurants, hotels, and charging networks.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Growth for EV Cars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2020–2023</a:t>
            </a:r>
            <a:r>
              <a:rPr dirty="0"/>
              <a:t>: EV sales in India grew at a **CAGR of 49%**, driven by government initiatives (FAME II, reduced GST rates).</a:t>
            </a:r>
          </a:p>
          <a:p>
            <a:r>
              <a:rPr b="1" dirty="0"/>
              <a:t>2024–2030</a:t>
            </a:r>
            <a:r>
              <a:rPr dirty="0"/>
              <a:t> </a:t>
            </a:r>
            <a:r>
              <a:rPr b="1" dirty="0"/>
              <a:t>Projections</a:t>
            </a:r>
            <a:r>
              <a:rPr dirty="0"/>
              <a:t>: The Indian EV market is expected to grow at a CAGR of </a:t>
            </a:r>
            <a:r>
              <a:rPr b="1" dirty="0"/>
              <a:t>35%-40%</a:t>
            </a:r>
            <a:r>
              <a:rPr dirty="0"/>
              <a:t>, reaching 10 million units annually by 2030:</a:t>
            </a:r>
          </a:p>
          <a:p>
            <a:r>
              <a:rPr dirty="0"/>
              <a:t>  Increased affordability of EVs.</a:t>
            </a:r>
          </a:p>
          <a:p>
            <a:r>
              <a:rPr dirty="0"/>
              <a:t>   Expansion of charging infrastructure.</a:t>
            </a:r>
          </a:p>
          <a:p>
            <a:r>
              <a:rPr dirty="0"/>
              <a:t>   Rising fuel prices and green energy push.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028" y="625342"/>
            <a:ext cx="7072312" cy="438582"/>
          </a:xfrm>
        </p:spPr>
        <p:txBody>
          <a:bodyPr/>
          <a:lstStyle/>
          <a:p>
            <a:r>
              <a:rPr dirty="0"/>
              <a:t>Revenue Generation through Restaurant-Linked EV Charging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0186"/>
            <a:ext cx="8229600" cy="4445977"/>
          </a:xfrm>
        </p:spPr>
        <p:txBody>
          <a:bodyPr>
            <a:normAutofit/>
          </a:bodyPr>
          <a:lstStyle/>
          <a:p>
            <a:r>
              <a:rPr dirty="0"/>
              <a:t>1. </a:t>
            </a:r>
            <a:r>
              <a:rPr b="1" dirty="0"/>
              <a:t>Charging Fees</a:t>
            </a:r>
            <a:r>
              <a:rPr dirty="0"/>
              <a:t>: Set rates (₹8–₹30 per kWh) with a </a:t>
            </a:r>
            <a:r>
              <a:rPr b="1" dirty="0"/>
              <a:t>convenience</a:t>
            </a:r>
            <a:r>
              <a:rPr dirty="0"/>
              <a:t> fee of ₹2–₹5 per kWh for restaurant-linked stations.</a:t>
            </a:r>
          </a:p>
          <a:p>
            <a:r>
              <a:rPr dirty="0"/>
              <a:t>2. </a:t>
            </a:r>
            <a:r>
              <a:rPr b="1" dirty="0"/>
              <a:t>Restaurant Partnerships</a:t>
            </a:r>
            <a:r>
              <a:rPr dirty="0"/>
              <a:t>: Charge a </a:t>
            </a:r>
            <a:r>
              <a:rPr b="1" dirty="0"/>
              <a:t>commission (5%-8%)</a:t>
            </a:r>
            <a:r>
              <a:rPr dirty="0"/>
              <a:t>for bookings via the app, offering dual benefits of charging and dining.</a:t>
            </a:r>
          </a:p>
          <a:p>
            <a:r>
              <a:rPr dirty="0"/>
              <a:t>3. </a:t>
            </a:r>
            <a:r>
              <a:rPr b="1" dirty="0"/>
              <a:t>Idle Fees</a:t>
            </a:r>
            <a:r>
              <a:rPr dirty="0"/>
              <a:t>: Implement fees (₹10–₹20 per minute) for overstaying vehicles.</a:t>
            </a:r>
          </a:p>
          <a:p>
            <a:r>
              <a:rPr dirty="0"/>
              <a:t>4. </a:t>
            </a:r>
            <a:r>
              <a:rPr b="1" dirty="0"/>
              <a:t>Promotional Offers</a:t>
            </a:r>
            <a:r>
              <a:rPr dirty="0"/>
              <a:t>: Promote bundled deals (e.g., free coffee with charging) for a </a:t>
            </a:r>
            <a:r>
              <a:rPr b="1" dirty="0"/>
              <a:t>listing fee</a:t>
            </a:r>
            <a:r>
              <a:rPr dirty="0"/>
              <a:t> or </a:t>
            </a:r>
            <a:r>
              <a:rPr b="1" dirty="0"/>
              <a:t>monthly</a:t>
            </a:r>
            <a:r>
              <a:rPr dirty="0"/>
              <a:t> </a:t>
            </a:r>
            <a:r>
              <a:rPr b="1" dirty="0"/>
              <a:t>subscription</a:t>
            </a:r>
            <a:r>
              <a:rPr dirty="0"/>
              <a:t>.</a:t>
            </a:r>
          </a:p>
          <a:p>
            <a:r>
              <a:rPr dirty="0"/>
              <a:t>5. </a:t>
            </a:r>
            <a:r>
              <a:rPr b="1" dirty="0"/>
              <a:t>Local Advertisement</a:t>
            </a:r>
            <a:r>
              <a:rPr dirty="0"/>
              <a:t> Revenue: Allow nearby businesses to advertise to EV drivers through location-specific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ChargeEase bridges a critical gap in EV infrastructure usability.</a:t>
            </a:r>
          </a:p>
          <a:p>
            <a:r>
              <a:t>• Aimed at making EV charging efficient, convenient, and user-friendly.</a:t>
            </a:r>
          </a:p>
          <a:p>
            <a:r>
              <a:t>• Ready to drive the future of sustainable travel!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9EA0-C52D-C6E5-AAAF-87D4FCDA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Link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4DFB1-166A-0011-E5C0-07D726911F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CA4DFB-FC68-B8FF-75C6-E171CA0E8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 </a:t>
            </a:r>
            <a:r>
              <a:rPr lang="en-IN" dirty="0">
                <a:hlinkClick r:id="rId2"/>
              </a:rPr>
              <a:t>https://chargeease.tiiny.site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 descr="A qr code with a logo">
            <a:extLst>
              <a:ext uri="{FF2B5EF4-FFF2-40B4-BE49-F238E27FC236}">
                <a16:creationId xmlns:a16="http://schemas.microsoft.com/office/drawing/2014/main" id="{C51F1A8B-8AD9-4CA8-72C3-DA4F6653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346" y="2072357"/>
            <a:ext cx="4227653" cy="422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179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6CE2B3-32EF-764A-6EBE-C8C944B3C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3260267"/>
            <a:ext cx="6950076" cy="517065"/>
          </a:xfrm>
        </p:spPr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34429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48</TotalTime>
  <Words>753</Words>
  <Application>Microsoft Office PowerPoint</Application>
  <PresentationFormat>On-screen Show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MC Powerpoint Template</vt:lpstr>
      <vt:lpstr>ChargeEase – Your EV Charging Companion</vt:lpstr>
      <vt:lpstr>Problem Statement</vt:lpstr>
      <vt:lpstr>Solution Overview</vt:lpstr>
      <vt:lpstr>Key Features</vt:lpstr>
      <vt:lpstr>Technology Stack</vt:lpstr>
      <vt:lpstr>Target Audience</vt:lpstr>
      <vt:lpstr>Charges for Each Unit Charged</vt:lpstr>
      <vt:lpstr>Power Input and Output Details</vt:lpstr>
      <vt:lpstr>Revenue Model</vt:lpstr>
      <vt:lpstr>Year-Wise Growth for EV Cars in India</vt:lpstr>
      <vt:lpstr>Revenue Generation through Restaurant-Linked EV Charging in India</vt:lpstr>
      <vt:lpstr>Conclusion</vt:lpstr>
      <vt:lpstr>Website Link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ChargeEase – Your EV Charging Companion</dc:title>
  <dc:subject/>
  <dc:creator>sathwik kaparthy</dc:creator>
  <cp:keywords/>
  <dc:description>generated using python-pptx</dc:description>
  <cp:lastModifiedBy>sathwik kaparthy</cp:lastModifiedBy>
  <cp:revision>4</cp:revision>
  <dcterms:created xsi:type="dcterms:W3CDTF">2013-01-27T09:14:16Z</dcterms:created>
  <dcterms:modified xsi:type="dcterms:W3CDTF">2025-01-11T05:19:46Z</dcterms:modified>
  <cp:category/>
</cp:coreProperties>
</file>